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9633" r:id="rId2"/>
    <p:sldId id="9639" r:id="rId3"/>
    <p:sldId id="9646" r:id="rId4"/>
    <p:sldId id="9642" r:id="rId5"/>
    <p:sldId id="9645" r:id="rId6"/>
    <p:sldId id="9643" r:id="rId7"/>
    <p:sldId id="9644" r:id="rId8"/>
    <p:sldId id="9647" r:id="rId9"/>
    <p:sldId id="963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51B92F-8374-8C29-5FC1-B9EE6DE2B2AD}" name="Sahil Joseph" initials="" userId="S::sahilj2@kpit.com::04ab3404-be72-4e26-aebd-86cdc90d326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8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12397-F070-4771-B426-8AB830E63401}" v="16" dt="2026-03-02T07:30:25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3792" autoAdjust="0"/>
  </p:normalViewPr>
  <p:slideViewPr>
    <p:cSldViewPr snapToGrid="0">
      <p:cViewPr varScale="1">
        <p:scale>
          <a:sx n="77" d="100"/>
          <a:sy n="77" d="100"/>
        </p:scale>
        <p:origin x="41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ya Shetty" userId="67441ff692eb2cb4" providerId="LiveId" clId="{CD5570CB-096F-4093-9A11-1EAAF5F2EDB7}"/>
    <pc:docChg chg="undo custSel modSld">
      <pc:chgData name="Diya Shetty" userId="67441ff692eb2cb4" providerId="LiveId" clId="{CD5570CB-096F-4093-9A11-1EAAF5F2EDB7}" dt="2026-03-02T07:30:25.260" v="149"/>
      <pc:docMkLst>
        <pc:docMk/>
      </pc:docMkLst>
      <pc:sldChg chg="addSp modSp mod">
        <pc:chgData name="Diya Shetty" userId="67441ff692eb2cb4" providerId="LiveId" clId="{CD5570CB-096F-4093-9A11-1EAAF5F2EDB7}" dt="2026-03-02T07:26:09.854" v="146" actId="20577"/>
        <pc:sldMkLst>
          <pc:docMk/>
          <pc:sldMk cId="2164639295" sldId="9633"/>
        </pc:sldMkLst>
        <pc:spChg chg="mod">
          <ac:chgData name="Diya Shetty" userId="67441ff692eb2cb4" providerId="LiveId" clId="{CD5570CB-096F-4093-9A11-1EAAF5F2EDB7}" dt="2026-03-02T07:25:11.680" v="135" actId="1076"/>
          <ac:spMkLst>
            <pc:docMk/>
            <pc:sldMk cId="2164639295" sldId="9633"/>
            <ac:spMk id="2" creationId="{9E285675-8050-4BEB-EF0A-7C1892F7D125}"/>
          </ac:spMkLst>
        </pc:spChg>
        <pc:spChg chg="mod">
          <ac:chgData name="Diya Shetty" userId="67441ff692eb2cb4" providerId="LiveId" clId="{CD5570CB-096F-4093-9A11-1EAAF5F2EDB7}" dt="2026-03-02T07:25:27.959" v="138" actId="1076"/>
          <ac:spMkLst>
            <pc:docMk/>
            <pc:sldMk cId="2164639295" sldId="9633"/>
            <ac:spMk id="3" creationId="{DEDCC3F2-58A8-E25A-F076-04F19B4F555E}"/>
          </ac:spMkLst>
        </pc:spChg>
        <pc:spChg chg="mod">
          <ac:chgData name="Diya Shetty" userId="67441ff692eb2cb4" providerId="LiveId" clId="{CD5570CB-096F-4093-9A11-1EAAF5F2EDB7}" dt="2026-03-02T07:25:07.653" v="134" actId="1076"/>
          <ac:spMkLst>
            <pc:docMk/>
            <pc:sldMk cId="2164639295" sldId="9633"/>
            <ac:spMk id="4" creationId="{A1F61E5A-8927-24E7-FBD5-E8D1FD18C3E9}"/>
          </ac:spMkLst>
        </pc:spChg>
        <pc:spChg chg="mod">
          <ac:chgData name="Diya Shetty" userId="67441ff692eb2cb4" providerId="LiveId" clId="{CD5570CB-096F-4093-9A11-1EAAF5F2EDB7}" dt="2026-03-02T07:26:09.854" v="146" actId="20577"/>
          <ac:spMkLst>
            <pc:docMk/>
            <pc:sldMk cId="2164639295" sldId="9633"/>
            <ac:spMk id="5" creationId="{4142AE17-2EF1-26A2-9EF9-1390F9E155FB}"/>
          </ac:spMkLst>
        </pc:spChg>
        <pc:spChg chg="add">
          <ac:chgData name="Diya Shetty" userId="67441ff692eb2cb4" providerId="LiveId" clId="{CD5570CB-096F-4093-9A11-1EAAF5F2EDB7}" dt="2026-03-02T07:24:17.950" v="114"/>
          <ac:spMkLst>
            <pc:docMk/>
            <pc:sldMk cId="2164639295" sldId="9633"/>
            <ac:spMk id="6" creationId="{23BC0239-203A-D5BE-D96C-5E534AAB9E97}"/>
          </ac:spMkLst>
        </pc:spChg>
      </pc:sldChg>
      <pc:sldChg chg="modSp mod">
        <pc:chgData name="Diya Shetty" userId="67441ff692eb2cb4" providerId="LiveId" clId="{CD5570CB-096F-4093-9A11-1EAAF5F2EDB7}" dt="2026-03-02T06:11:26.660" v="34"/>
        <pc:sldMkLst>
          <pc:docMk/>
          <pc:sldMk cId="2486155078" sldId="9639"/>
        </pc:sldMkLst>
        <pc:spChg chg="mod">
          <ac:chgData name="Diya Shetty" userId="67441ff692eb2cb4" providerId="LiveId" clId="{CD5570CB-096F-4093-9A11-1EAAF5F2EDB7}" dt="2026-03-02T06:11:26.660" v="34"/>
          <ac:spMkLst>
            <pc:docMk/>
            <pc:sldMk cId="2486155078" sldId="9639"/>
            <ac:spMk id="2" creationId="{31107CBD-56CE-2E1C-A141-98F164CEB595}"/>
          </ac:spMkLst>
        </pc:spChg>
        <pc:spChg chg="mod">
          <ac:chgData name="Diya Shetty" userId="67441ff692eb2cb4" providerId="LiveId" clId="{CD5570CB-096F-4093-9A11-1EAAF5F2EDB7}" dt="2026-03-02T06:02:20.927" v="14" actId="1076"/>
          <ac:spMkLst>
            <pc:docMk/>
            <pc:sldMk cId="2486155078" sldId="9639"/>
            <ac:spMk id="3" creationId="{24232C3D-1366-9650-69A6-CC3D6210C307}"/>
          </ac:spMkLst>
        </pc:spChg>
      </pc:sldChg>
      <pc:sldChg chg="modSp mod">
        <pc:chgData name="Diya Shetty" userId="67441ff692eb2cb4" providerId="LiveId" clId="{CD5570CB-096F-4093-9A11-1EAAF5F2EDB7}" dt="2026-03-02T06:11:34.348" v="35"/>
        <pc:sldMkLst>
          <pc:docMk/>
          <pc:sldMk cId="2942166719" sldId="9642"/>
        </pc:sldMkLst>
        <pc:spChg chg="mod">
          <ac:chgData name="Diya Shetty" userId="67441ff692eb2cb4" providerId="LiveId" clId="{CD5570CB-096F-4093-9A11-1EAAF5F2EDB7}" dt="2026-03-02T06:11:34.348" v="35"/>
          <ac:spMkLst>
            <pc:docMk/>
            <pc:sldMk cId="2942166719" sldId="9642"/>
            <ac:spMk id="2" creationId="{31107CBD-56CE-2E1C-A141-98F164CEB595}"/>
          </ac:spMkLst>
        </pc:spChg>
        <pc:spChg chg="mod">
          <ac:chgData name="Diya Shetty" userId="67441ff692eb2cb4" providerId="LiveId" clId="{CD5570CB-096F-4093-9A11-1EAAF5F2EDB7}" dt="2026-03-02T06:10:01.595" v="25" actId="1076"/>
          <ac:spMkLst>
            <pc:docMk/>
            <pc:sldMk cId="2942166719" sldId="9642"/>
            <ac:spMk id="3" creationId="{24232C3D-1366-9650-69A6-CC3D6210C307}"/>
          </ac:spMkLst>
        </pc:spChg>
      </pc:sldChg>
      <pc:sldChg chg="modSp mod">
        <pc:chgData name="Diya Shetty" userId="67441ff692eb2cb4" providerId="LiveId" clId="{CD5570CB-096F-4093-9A11-1EAAF5F2EDB7}" dt="2026-03-02T06:11:51.627" v="39" actId="20577"/>
        <pc:sldMkLst>
          <pc:docMk/>
          <pc:sldMk cId="2986643405" sldId="9643"/>
        </pc:sldMkLst>
        <pc:spChg chg="mod">
          <ac:chgData name="Diya Shetty" userId="67441ff692eb2cb4" providerId="LiveId" clId="{CD5570CB-096F-4093-9A11-1EAAF5F2EDB7}" dt="2026-03-02T06:11:51.627" v="39" actId="20577"/>
          <ac:spMkLst>
            <pc:docMk/>
            <pc:sldMk cId="2986643405" sldId="9643"/>
            <ac:spMk id="2" creationId="{31107CBD-56CE-2E1C-A141-98F164CEB595}"/>
          </ac:spMkLst>
        </pc:spChg>
        <pc:spChg chg="mod">
          <ac:chgData name="Diya Shetty" userId="67441ff692eb2cb4" providerId="LiveId" clId="{CD5570CB-096F-4093-9A11-1EAAF5F2EDB7}" dt="2026-03-02T05:54:47.692" v="7" actId="1076"/>
          <ac:spMkLst>
            <pc:docMk/>
            <pc:sldMk cId="2986643405" sldId="9643"/>
            <ac:spMk id="5" creationId="{8DC70485-ECC1-2EDA-8292-7F71D792BDAD}"/>
          </ac:spMkLst>
        </pc:spChg>
        <pc:spChg chg="mod">
          <ac:chgData name="Diya Shetty" userId="67441ff692eb2cb4" providerId="LiveId" clId="{CD5570CB-096F-4093-9A11-1EAAF5F2EDB7}" dt="2026-03-02T05:55:35.444" v="13" actId="1076"/>
          <ac:spMkLst>
            <pc:docMk/>
            <pc:sldMk cId="2986643405" sldId="9643"/>
            <ac:spMk id="6" creationId="{397E903B-65FC-B883-FDDE-06AC02FBA864}"/>
          </ac:spMkLst>
        </pc:spChg>
        <pc:spChg chg="mod">
          <ac:chgData name="Diya Shetty" userId="67441ff692eb2cb4" providerId="LiveId" clId="{CD5570CB-096F-4093-9A11-1EAAF5F2EDB7}" dt="2026-03-02T05:55:25.612" v="12" actId="1076"/>
          <ac:spMkLst>
            <pc:docMk/>
            <pc:sldMk cId="2986643405" sldId="9643"/>
            <ac:spMk id="8" creationId="{35F46361-DFAD-E291-D654-63376502AAE2}"/>
          </ac:spMkLst>
        </pc:spChg>
        <pc:spChg chg="mod">
          <ac:chgData name="Diya Shetty" userId="67441ff692eb2cb4" providerId="LiveId" clId="{CD5570CB-096F-4093-9A11-1EAAF5F2EDB7}" dt="2026-03-02T05:54:52.189" v="8" actId="1076"/>
          <ac:spMkLst>
            <pc:docMk/>
            <pc:sldMk cId="2986643405" sldId="9643"/>
            <ac:spMk id="9" creationId="{37914561-50E8-0DD2-0232-36789AC97880}"/>
          </ac:spMkLst>
        </pc:spChg>
        <pc:spChg chg="mod">
          <ac:chgData name="Diya Shetty" userId="67441ff692eb2cb4" providerId="LiveId" clId="{CD5570CB-096F-4093-9A11-1EAAF5F2EDB7}" dt="2026-03-02T05:54:02.234" v="0" actId="1076"/>
          <ac:spMkLst>
            <pc:docMk/>
            <pc:sldMk cId="2986643405" sldId="9643"/>
            <ac:spMk id="10" creationId="{1DB35649-958D-D9FE-3BAD-396315DC9A8E}"/>
          </ac:spMkLst>
        </pc:spChg>
        <pc:spChg chg="mod">
          <ac:chgData name="Diya Shetty" userId="67441ff692eb2cb4" providerId="LiveId" clId="{CD5570CB-096F-4093-9A11-1EAAF5F2EDB7}" dt="2026-03-02T05:55:02.240" v="10" actId="1076"/>
          <ac:spMkLst>
            <pc:docMk/>
            <pc:sldMk cId="2986643405" sldId="9643"/>
            <ac:spMk id="11" creationId="{EEF964D5-D7FE-4A40-735A-5BFF25077944}"/>
          </ac:spMkLst>
        </pc:spChg>
        <pc:spChg chg="mod">
          <ac:chgData name="Diya Shetty" userId="67441ff692eb2cb4" providerId="LiveId" clId="{CD5570CB-096F-4093-9A11-1EAAF5F2EDB7}" dt="2026-03-02T05:54:58.097" v="9" actId="1076"/>
          <ac:spMkLst>
            <pc:docMk/>
            <pc:sldMk cId="2986643405" sldId="9643"/>
            <ac:spMk id="13" creationId="{11061C3E-0A0D-C46F-BCAC-0AF32C0B93DF}"/>
          </ac:spMkLst>
        </pc:spChg>
        <pc:spChg chg="mod">
          <ac:chgData name="Diya Shetty" userId="67441ff692eb2cb4" providerId="LiveId" clId="{CD5570CB-096F-4093-9A11-1EAAF5F2EDB7}" dt="2026-03-02T05:54:15.363" v="3" actId="1076"/>
          <ac:spMkLst>
            <pc:docMk/>
            <pc:sldMk cId="2986643405" sldId="9643"/>
            <ac:spMk id="15" creationId="{3EBA0A42-0A89-1A9F-393D-29DE1D698AC0}"/>
          </ac:spMkLst>
        </pc:spChg>
        <pc:spChg chg="mod">
          <ac:chgData name="Diya Shetty" userId="67441ff692eb2cb4" providerId="LiveId" clId="{CD5570CB-096F-4093-9A11-1EAAF5F2EDB7}" dt="2026-03-02T05:54:07.151" v="1" actId="1076"/>
          <ac:spMkLst>
            <pc:docMk/>
            <pc:sldMk cId="2986643405" sldId="9643"/>
            <ac:spMk id="16" creationId="{C2B74446-6FFB-ECE6-7E44-5B5D92F2799B}"/>
          </ac:spMkLst>
        </pc:spChg>
      </pc:sldChg>
      <pc:sldChg chg="modSp mod setBg">
        <pc:chgData name="Diya Shetty" userId="67441ff692eb2cb4" providerId="LiveId" clId="{CD5570CB-096F-4093-9A11-1EAAF5F2EDB7}" dt="2026-03-02T07:29:16.444" v="148"/>
        <pc:sldMkLst>
          <pc:docMk/>
          <pc:sldMk cId="2687757943" sldId="9644"/>
        </pc:sldMkLst>
        <pc:spChg chg="mod">
          <ac:chgData name="Diya Shetty" userId="67441ff692eb2cb4" providerId="LiveId" clId="{CD5570CB-096F-4093-9A11-1EAAF5F2EDB7}" dt="2026-03-02T06:11:58.870" v="40"/>
          <ac:spMkLst>
            <pc:docMk/>
            <pc:sldMk cId="2687757943" sldId="9644"/>
            <ac:spMk id="2" creationId="{31107CBD-56CE-2E1C-A141-98F164CEB595}"/>
          </ac:spMkLst>
        </pc:spChg>
        <pc:spChg chg="mod">
          <ac:chgData name="Diya Shetty" userId="67441ff692eb2cb4" providerId="LiveId" clId="{CD5570CB-096F-4093-9A11-1EAAF5F2EDB7}" dt="2026-03-02T07:16:13.297" v="106" actId="20577"/>
          <ac:spMkLst>
            <pc:docMk/>
            <pc:sldMk cId="2687757943" sldId="9644"/>
            <ac:spMk id="10" creationId="{091E4CBB-A8EA-7A62-EBCC-8FDD2DA9BBF3}"/>
          </ac:spMkLst>
        </pc:spChg>
      </pc:sldChg>
      <pc:sldChg chg="addSp delSp modSp mod">
        <pc:chgData name="Diya Shetty" userId="67441ff692eb2cb4" providerId="LiveId" clId="{CD5570CB-096F-4093-9A11-1EAAF5F2EDB7}" dt="2026-03-02T06:51:19.723" v="91" actId="1076"/>
        <pc:sldMkLst>
          <pc:docMk/>
          <pc:sldMk cId="1584420413" sldId="9645"/>
        </pc:sldMkLst>
        <pc:spChg chg="mod">
          <ac:chgData name="Diya Shetty" userId="67441ff692eb2cb4" providerId="LiveId" clId="{CD5570CB-096F-4093-9A11-1EAAF5F2EDB7}" dt="2026-03-02T06:11:41.052" v="36"/>
          <ac:spMkLst>
            <pc:docMk/>
            <pc:sldMk cId="1584420413" sldId="9645"/>
            <ac:spMk id="2" creationId="{31107CBD-56CE-2E1C-A141-98F164CEB595}"/>
          </ac:spMkLst>
        </pc:spChg>
        <pc:spChg chg="mod">
          <ac:chgData name="Diya Shetty" userId="67441ff692eb2cb4" providerId="LiveId" clId="{CD5570CB-096F-4093-9A11-1EAAF5F2EDB7}" dt="2026-03-02T06:51:15.750" v="90" actId="1076"/>
          <ac:spMkLst>
            <pc:docMk/>
            <pc:sldMk cId="1584420413" sldId="9645"/>
            <ac:spMk id="7" creationId="{788C06E1-55F4-15F2-3D6A-02F22BBC5414}"/>
          </ac:spMkLst>
        </pc:spChg>
        <pc:spChg chg="mod">
          <ac:chgData name="Diya Shetty" userId="67441ff692eb2cb4" providerId="LiveId" clId="{CD5570CB-096F-4093-9A11-1EAAF5F2EDB7}" dt="2026-03-02T06:51:19.723" v="91" actId="1076"/>
          <ac:spMkLst>
            <pc:docMk/>
            <pc:sldMk cId="1584420413" sldId="9645"/>
            <ac:spMk id="11" creationId="{E8E029F9-CB3A-FFD2-D6E0-3B3B66103E4D}"/>
          </ac:spMkLst>
        </pc:spChg>
        <pc:picChg chg="add del mod">
          <ac:chgData name="Diya Shetty" userId="67441ff692eb2cb4" providerId="LiveId" clId="{CD5570CB-096F-4093-9A11-1EAAF5F2EDB7}" dt="2026-03-02T06:46:53.499" v="78" actId="478"/>
          <ac:picMkLst>
            <pc:docMk/>
            <pc:sldMk cId="1584420413" sldId="9645"/>
            <ac:picMk id="4" creationId="{3AA6BA76-BAE6-A617-04EE-9CE2904DD89A}"/>
          </ac:picMkLst>
        </pc:picChg>
        <pc:picChg chg="add del mod">
          <ac:chgData name="Diya Shetty" userId="67441ff692eb2cb4" providerId="LiveId" clId="{CD5570CB-096F-4093-9A11-1EAAF5F2EDB7}" dt="2026-03-02T06:46:53.499" v="78" actId="478"/>
          <ac:picMkLst>
            <pc:docMk/>
            <pc:sldMk cId="1584420413" sldId="9645"/>
            <ac:picMk id="6" creationId="{E7BA080C-F0EB-20C1-D8A3-C52F9E9BFF53}"/>
          </ac:picMkLst>
        </pc:picChg>
        <pc:picChg chg="add mod">
          <ac:chgData name="Diya Shetty" userId="67441ff692eb2cb4" providerId="LiveId" clId="{CD5570CB-096F-4093-9A11-1EAAF5F2EDB7}" dt="2026-03-02T06:48:06.710" v="88" actId="1076"/>
          <ac:picMkLst>
            <pc:docMk/>
            <pc:sldMk cId="1584420413" sldId="9645"/>
            <ac:picMk id="9" creationId="{3812AC0D-2EEF-BEDD-A3CE-F68BBD8B9D3B}"/>
          </ac:picMkLst>
        </pc:picChg>
        <pc:picChg chg="add mod">
          <ac:chgData name="Diya Shetty" userId="67441ff692eb2cb4" providerId="LiveId" clId="{CD5570CB-096F-4093-9A11-1EAAF5F2EDB7}" dt="2026-03-02T06:48:15.825" v="89" actId="1076"/>
          <ac:picMkLst>
            <pc:docMk/>
            <pc:sldMk cId="1584420413" sldId="9645"/>
            <ac:picMk id="12" creationId="{286E160A-7AF0-582F-95BF-B8B3ADD402A1}"/>
          </ac:picMkLst>
        </pc:picChg>
        <pc:picChg chg="del mod">
          <ac:chgData name="Diya Shetty" userId="67441ff692eb2cb4" providerId="LiveId" clId="{CD5570CB-096F-4093-9A11-1EAAF5F2EDB7}" dt="2026-03-02T06:46:05.425" v="67" actId="478"/>
          <ac:picMkLst>
            <pc:docMk/>
            <pc:sldMk cId="1584420413" sldId="9645"/>
            <ac:picMk id="13" creationId="{11E5FD2E-D9AD-2EBA-C503-6D11FE2BFF4A}"/>
          </ac:picMkLst>
        </pc:picChg>
        <pc:picChg chg="del mod">
          <ac:chgData name="Diya Shetty" userId="67441ff692eb2cb4" providerId="LiveId" clId="{CD5570CB-096F-4093-9A11-1EAAF5F2EDB7}" dt="2026-03-02T06:46:03.370" v="66" actId="478"/>
          <ac:picMkLst>
            <pc:docMk/>
            <pc:sldMk cId="1584420413" sldId="9645"/>
            <ac:picMk id="1030" creationId="{FA215EC5-2D91-19FF-C947-01205D9ED802}"/>
          </ac:picMkLst>
        </pc:picChg>
      </pc:sldChg>
      <pc:sldChg chg="addSp modSp mod">
        <pc:chgData name="Diya Shetty" userId="67441ff692eb2cb4" providerId="LiveId" clId="{CD5570CB-096F-4093-9A11-1EAAF5F2EDB7}" dt="2026-03-02T06:18:41.377" v="63" actId="20577"/>
        <pc:sldMkLst>
          <pc:docMk/>
          <pc:sldMk cId="209705170" sldId="9646"/>
        </pc:sldMkLst>
        <pc:spChg chg="mod">
          <ac:chgData name="Diya Shetty" userId="67441ff692eb2cb4" providerId="LiveId" clId="{CD5570CB-096F-4093-9A11-1EAAF5F2EDB7}" dt="2026-03-02T06:18:41.377" v="63" actId="20577"/>
          <ac:spMkLst>
            <pc:docMk/>
            <pc:sldMk cId="209705170" sldId="9646"/>
            <ac:spMk id="3" creationId="{4FD8B77A-4387-46CA-015C-8F9294617667}"/>
          </ac:spMkLst>
        </pc:spChg>
        <pc:cxnChg chg="add mod">
          <ac:chgData name="Diya Shetty" userId="67441ff692eb2cb4" providerId="LiveId" clId="{CD5570CB-096F-4093-9A11-1EAAF5F2EDB7}" dt="2026-03-02T06:09:15.362" v="22" actId="1076"/>
          <ac:cxnSpMkLst>
            <pc:docMk/>
            <pc:sldMk cId="209705170" sldId="9646"/>
            <ac:cxnSpMk id="4" creationId="{B1CF814F-6BE5-A308-D35A-A503F7661625}"/>
          </ac:cxnSpMkLst>
        </pc:cxnChg>
      </pc:sldChg>
      <pc:sldChg chg="addSp modSp setBg">
        <pc:chgData name="Diya Shetty" userId="67441ff692eb2cb4" providerId="LiveId" clId="{CD5570CB-096F-4093-9A11-1EAAF5F2EDB7}" dt="2026-03-02T07:30:25.260" v="149"/>
        <pc:sldMkLst>
          <pc:docMk/>
          <pc:sldMk cId="1992453903" sldId="9647"/>
        </pc:sldMkLst>
        <pc:cxnChg chg="add mod">
          <ac:chgData name="Diya Shetty" userId="67441ff692eb2cb4" providerId="LiveId" clId="{CD5570CB-096F-4093-9A11-1EAAF5F2EDB7}" dt="2026-03-02T06:09:21.789" v="23"/>
          <ac:cxnSpMkLst>
            <pc:docMk/>
            <pc:sldMk cId="1992453903" sldId="9647"/>
            <ac:cxnSpMk id="2" creationId="{A2D6D01C-D38C-04C1-D937-530928042CB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6AA611-F898-9612-5996-0F64FDF2FC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D61C3-E003-A8F6-A61F-9E3D0B3384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CC03D-6B98-4FD1-948B-A7CFBD0F4942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81EE5-948D-6ADD-BB2F-41A936008F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7100F-EC9E-17F7-2CB7-FF4924C167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7F771-DEE8-4E65-BE56-BE397FD9C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33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B63C1-7D34-49E3-AD5D-3499256D502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402E2-7A00-4391-A680-8987EA562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9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402E2-7A00-4391-A680-8987EA562E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402E2-7A00-4391-A680-8987EA562E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2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1C6260-6DFC-6C5D-9B2B-E9CF0C45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17083" cy="5232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9AEAB6-AC7E-44EC-06BB-B3A260B7F0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616" y="705678"/>
            <a:ext cx="11115675" cy="44124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694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totype Video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33EFF5-3934-8C03-041C-73084C3F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17083" cy="52322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4F6FD2-03A2-42EC-D80B-1A80EF483E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55829" y="695602"/>
            <a:ext cx="4810125" cy="4700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Key highlights of your prototype</a:t>
            </a: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C3EE24-57C1-1E1B-9BB6-B312F2AE33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90" y="6253151"/>
            <a:ext cx="2109220" cy="350521"/>
          </a:xfrm>
          <a:prstGeom prst="rect">
            <a:avLst/>
          </a:prstGeom>
        </p:spPr>
      </p:pic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D9A2BB7C-BD5F-E948-BB1D-E03BEB842E1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33781" y="685525"/>
            <a:ext cx="6134100" cy="47005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66634" marR="0" lvl="0" indent="-266634" algn="l" defTabSz="914172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tabLst/>
              <a:defRPr/>
            </a:pPr>
            <a:r>
              <a:rPr lang="en-US" dirty="0"/>
              <a:t>Include the image or video of your protype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8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totype Image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33EFF5-3934-8C03-041C-73084C3F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17083" cy="52322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4F6FD2-03A2-42EC-D80B-1A80EF483E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35951" y="715479"/>
            <a:ext cx="4810125" cy="4700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Key highlights of your prototype</a:t>
            </a: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C3EE24-57C1-1E1B-9BB6-B312F2AE33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90" y="6253151"/>
            <a:ext cx="2109220" cy="35052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BE993-E960-0C47-CC80-699E75F09D5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4501" y="715480"/>
            <a:ext cx="6323012" cy="47005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Include image of your prototype here</a:t>
            </a:r>
          </a:p>
        </p:txBody>
      </p:sp>
    </p:spTree>
    <p:extLst>
      <p:ext uri="{BB962C8B-B14F-4D97-AF65-F5344CB8AC3E}">
        <p14:creationId xmlns:p14="http://schemas.microsoft.com/office/powerpoint/2010/main" val="320909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33006" y="694024"/>
            <a:ext cx="10779153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F90CBA5-1AD7-4DAE-901C-7CC9D8ADE2F5}" type="datetime1">
              <a:rPr lang="en-US" smtClean="0"/>
              <a:t>3/2/2026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"/>
            <a:ext cx="11117083" cy="52322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3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FBBE6-1C53-2E4C-0806-3CADECC5D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25F6C-053F-9807-9F34-84937644942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04D769D-9029-48B7-8D81-019825EA0EDC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D1B44B-3D23-9344-0E85-A58B7BFE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407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D9D7A4-4CA1-5355-1722-39DE1F92BE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256" y="0"/>
            <a:ext cx="12249256" cy="6890208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EF90813-6DB0-B9E9-4DF0-90DB1AFBA1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962" y="2340522"/>
            <a:ext cx="8680450" cy="373062"/>
          </a:xfrm>
        </p:spPr>
        <p:txBody>
          <a:bodyPr/>
          <a:lstStyle>
            <a:lvl1pPr marL="0" indent="0">
              <a:buNone/>
              <a:defRPr b="0">
                <a:latin typeface="+mj-lt"/>
              </a:defRPr>
            </a:lvl1pPr>
          </a:lstStyle>
          <a:p>
            <a:pPr lvl="0"/>
            <a:r>
              <a:rPr lang="en-US" dirty="0"/>
              <a:t>Please mention the name/title of your project here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06C73-63F5-A46B-C055-74D3323FBCCD}"/>
              </a:ext>
            </a:extLst>
          </p:cNvPr>
          <p:cNvSpPr txBox="1"/>
          <p:nvPr userDrawn="1"/>
        </p:nvSpPr>
        <p:spPr>
          <a:xfrm>
            <a:off x="758962" y="891926"/>
            <a:ext cx="4306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Category For Idea Submission: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AFBBC5-2A98-396D-9835-914AB8132AAC}"/>
              </a:ext>
            </a:extLst>
          </p:cNvPr>
          <p:cNvSpPr txBox="1"/>
          <p:nvPr userDrawn="1"/>
        </p:nvSpPr>
        <p:spPr>
          <a:xfrm>
            <a:off x="758962" y="1964807"/>
            <a:ext cx="2323272" cy="37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Project title: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54E517-AF9D-8497-78C9-E32E5D0FB446}"/>
              </a:ext>
            </a:extLst>
          </p:cNvPr>
          <p:cNvSpPr txBox="1"/>
          <p:nvPr userDrawn="1"/>
        </p:nvSpPr>
        <p:spPr>
          <a:xfrm>
            <a:off x="758962" y="2949706"/>
            <a:ext cx="622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Team Name:                 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0BA0F7-D9CC-EA0C-16A1-F4E1DF97661E}"/>
              </a:ext>
            </a:extLst>
          </p:cNvPr>
          <p:cNvSpPr txBox="1"/>
          <p:nvPr userDrawn="1"/>
        </p:nvSpPr>
        <p:spPr>
          <a:xfrm>
            <a:off x="758962" y="4283365"/>
            <a:ext cx="8862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Team Member names along with Project Guide/mentor: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7819D1B2-7466-1C8F-0A4A-FD4806DCBD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62" y="4652696"/>
            <a:ext cx="8680450" cy="2066155"/>
          </a:xfrm>
        </p:spPr>
        <p:txBody>
          <a:bodyPr/>
          <a:lstStyle>
            <a:lvl1pPr marL="0" indent="0">
              <a:buNone/>
              <a:defRPr b="0">
                <a:latin typeface="+mj-lt"/>
              </a:defRPr>
            </a:lvl1pPr>
          </a:lstStyle>
          <a:p>
            <a:pPr lvl="1"/>
            <a:r>
              <a:rPr lang="en-US" sz="1800" dirty="0">
                <a:latin typeface="Work Sans" panose="00000500000000000000" pitchFamily="2" charset="0"/>
              </a:rPr>
              <a:t>[Member 1 Name]: [Role]</a:t>
            </a:r>
          </a:p>
          <a:p>
            <a:pPr lvl="1"/>
            <a:r>
              <a:rPr lang="en-US" sz="1800" dirty="0">
                <a:latin typeface="Work Sans" panose="00000500000000000000" pitchFamily="2" charset="0"/>
              </a:rPr>
              <a:t>[Member 2 Name]: [Role]</a:t>
            </a:r>
          </a:p>
          <a:p>
            <a:pPr lvl="1"/>
            <a:r>
              <a:rPr lang="en-US" sz="1800" dirty="0">
                <a:latin typeface="Work Sans" panose="00000500000000000000" pitchFamily="2" charset="0"/>
              </a:rPr>
              <a:t>[Member 3 Name]: [Role]</a:t>
            </a:r>
          </a:p>
          <a:p>
            <a:pPr lvl="1"/>
            <a:r>
              <a:rPr lang="en-US" sz="1800" dirty="0">
                <a:latin typeface="Work Sans" panose="00000500000000000000" pitchFamily="2" charset="0"/>
              </a:rPr>
              <a:t>[Member 4 Name]: [Role]</a:t>
            </a:r>
          </a:p>
          <a:p>
            <a:pPr lvl="1"/>
            <a:r>
              <a:rPr lang="en-US" sz="1800" dirty="0">
                <a:latin typeface="Work Sans" panose="00000500000000000000" pitchFamily="2" charset="0"/>
              </a:rPr>
              <a:t>[Member 5 Name]: [Role]</a:t>
            </a:r>
          </a:p>
        </p:txBody>
      </p: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E4A06B-904C-0D8F-73A5-0030201AC9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409" y="242183"/>
            <a:ext cx="2416889" cy="401651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70E7D856-76A8-C05E-258D-E57CE42FF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962" y="1271261"/>
            <a:ext cx="8680450" cy="373062"/>
          </a:xfrm>
        </p:spPr>
        <p:txBody>
          <a:bodyPr/>
          <a:lstStyle>
            <a:lvl1pPr marL="0" indent="0">
              <a:buNone/>
              <a:defRPr b="0">
                <a:latin typeface="+mj-lt"/>
              </a:defRPr>
            </a:lvl1pPr>
          </a:lstStyle>
          <a:p>
            <a:pPr lvl="0"/>
            <a:r>
              <a:rPr lang="en-US" dirty="0"/>
              <a:t>Mention the theme/category that you have opted for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3730AA41-ECD1-6E73-584C-10582C3329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962" y="3319038"/>
            <a:ext cx="8680450" cy="373062"/>
          </a:xfrm>
        </p:spPr>
        <p:txBody>
          <a:bodyPr/>
          <a:lstStyle>
            <a:lvl1pPr marL="0" indent="0">
              <a:buNone/>
              <a:defRPr b="0">
                <a:latin typeface="+mj-lt"/>
              </a:defRPr>
            </a:lvl1pPr>
          </a:lstStyle>
          <a:p>
            <a:pPr lvl="0"/>
            <a:r>
              <a:rPr lang="en-US" dirty="0"/>
              <a:t>Please mention the name of your team</a:t>
            </a:r>
          </a:p>
        </p:txBody>
      </p:sp>
    </p:spTree>
    <p:extLst>
      <p:ext uri="{BB962C8B-B14F-4D97-AF65-F5344CB8AC3E}">
        <p14:creationId xmlns:p14="http://schemas.microsoft.com/office/powerpoint/2010/main" val="230566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ing slide">
    <p:bg>
      <p:bgPr>
        <a:solidFill>
          <a:srgbClr val="8FD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CF945-2C27-C4C9-0BEC-E08889DCB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532" t="21615" r="17138" b="17638"/>
          <a:stretch/>
        </p:blipFill>
        <p:spPr>
          <a:xfrm>
            <a:off x="3804666" y="2180012"/>
            <a:ext cx="4104402" cy="3076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0B18D1-B575-911C-C337-61530F544BC7}"/>
              </a:ext>
            </a:extLst>
          </p:cNvPr>
          <p:cNvSpPr txBox="1"/>
          <p:nvPr userDrawn="1"/>
        </p:nvSpPr>
        <p:spPr>
          <a:xfrm>
            <a:off x="3286624" y="1070325"/>
            <a:ext cx="48814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A5827-EDC7-8814-7863-FBAA883D56A3}"/>
              </a:ext>
            </a:extLst>
          </p:cNvPr>
          <p:cNvSpPr txBox="1"/>
          <p:nvPr userDrawn="1"/>
        </p:nvSpPr>
        <p:spPr>
          <a:xfrm>
            <a:off x="3046971" y="5891339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sparkle.kpit.com</a:t>
            </a:r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315771-43B0-ABA2-CDA6-44E46F99A7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155" y="5166203"/>
            <a:ext cx="4363423" cy="72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7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0" y="17480"/>
            <a:ext cx="11117083" cy="5232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4"/>
            <a:ext cx="464888" cy="23805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37460" y="6223334"/>
            <a:ext cx="11135984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720" y="708128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8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904D769D-9029-48B7-8D81-019825EA0EDC}" type="datetime1">
              <a:rPr lang="en-US" smtClean="0"/>
              <a:t>3/2/2026</a:t>
            </a:fld>
            <a:endParaRPr lang="en-US"/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70DF89-B8A0-F618-4495-24521607EAA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74" y="6328718"/>
            <a:ext cx="1917473" cy="3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8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38" r:id="rId3"/>
    <p:sldLayoutId id="2147483664" r:id="rId4"/>
    <p:sldLayoutId id="2147483733" r:id="rId5"/>
    <p:sldLayoutId id="2147483737" r:id="rId6"/>
    <p:sldLayoutId id="2147483803" r:id="rId7"/>
  </p:sldLayoutIdLst>
  <p:hf hdr="0" ftr="0"/>
  <p:txStyles>
    <p:titleStyle>
      <a:lvl1pPr algn="l" defTabSz="914172" rtl="0" eaLnBrk="1" latinLnBrk="0" hangingPunct="1">
        <a:lnSpc>
          <a:spcPct val="100000"/>
        </a:lnSpc>
        <a:spcBef>
          <a:spcPct val="0"/>
        </a:spcBef>
        <a:buNone/>
        <a:defRPr sz="2800" kern="1200" spc="-2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266634" indent="-266634" algn="l" defTabSz="914172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738" indent="-184104" algn="l" defTabSz="914172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3" algn="l" defTabSz="91417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285675-8050-4BEB-EF0A-7C1892F7D1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7257" y="2340522"/>
            <a:ext cx="10352734" cy="373062"/>
          </a:xfrm>
        </p:spPr>
        <p:txBody>
          <a:bodyPr>
            <a:noAutofit/>
          </a:bodyPr>
          <a:lstStyle/>
          <a:p>
            <a:r>
              <a:rPr lang="en-US" dirty="0"/>
              <a:t>AI-Powered Surveillance </a:t>
            </a:r>
            <a:r>
              <a:rPr lang="en-US" dirty="0">
                <a:latin typeface="+mn-lt"/>
              </a:rPr>
              <a:t>and</a:t>
            </a:r>
            <a:r>
              <a:rPr lang="en-US" dirty="0"/>
              <a:t> Crowd Management with Natural Language based Querying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CC3F2-58A8-E25A-F076-04F19B4F555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37257" y="1237751"/>
            <a:ext cx="8680450" cy="433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Intelligent Consumer Experience Enhancement Through Contextual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61E5A-8927-24E7-FBD5-E8D1FD18C3E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37257" y="3382829"/>
            <a:ext cx="8680450" cy="3730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Numeronauts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2AE17-2EF1-26A2-9EF9-1390F9E155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37257" y="4672574"/>
            <a:ext cx="8680450" cy="20661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Sujal M H – Project Leader &amp; AI Engineer</a:t>
            </a:r>
          </a:p>
          <a:p>
            <a:r>
              <a:rPr lang="en-US" dirty="0" err="1"/>
              <a:t>Sujnan</a:t>
            </a:r>
            <a:r>
              <a:rPr lang="en-US" dirty="0"/>
              <a:t> Kumar – Backend Engineer</a:t>
            </a:r>
          </a:p>
          <a:p>
            <a:r>
              <a:rPr lang="en-US" dirty="0"/>
              <a:t>Yashas Shetty – Research Lead &amp; Backend Alerts API Developer</a:t>
            </a:r>
          </a:p>
          <a:p>
            <a:r>
              <a:rPr lang="en-US" dirty="0"/>
              <a:t>Suhan D Shet </a:t>
            </a:r>
            <a:r>
              <a:rPr lang="en-US"/>
              <a:t>– Systems Integration </a:t>
            </a:r>
            <a:r>
              <a:rPr lang="en-US" dirty="0"/>
              <a:t>Engineer</a:t>
            </a:r>
          </a:p>
          <a:p>
            <a:r>
              <a:rPr lang="en-US" dirty="0"/>
              <a:t>Diya Shetty – UX Developer</a:t>
            </a:r>
          </a:p>
          <a:p>
            <a:r>
              <a:rPr lang="en-US" dirty="0"/>
              <a:t>Ms. Amrutha – Project Guide</a:t>
            </a:r>
          </a:p>
        </p:txBody>
      </p:sp>
    </p:spTree>
    <p:extLst>
      <p:ext uri="{BB962C8B-B14F-4D97-AF65-F5344CB8AC3E}">
        <p14:creationId xmlns:p14="http://schemas.microsoft.com/office/powerpoint/2010/main" val="216463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CBD-56CE-2E1C-A141-98F164CE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54" y="400309"/>
            <a:ext cx="11117083" cy="523220"/>
          </a:xfrm>
        </p:spPr>
        <p:txBody>
          <a:bodyPr/>
          <a:lstStyle/>
          <a:p>
            <a:pPr algn="l"/>
            <a:r>
              <a:rPr lang="en-US" sz="2800" b="1" i="0" dirty="0">
                <a:effectLst/>
                <a:latin typeface="+mn-lt"/>
              </a:rPr>
              <a:t>WHAT IS THE INNOVATION IN YOUR IDEA?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2C3D-1366-9650-69A6-CC3D6210C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2610" y="1181779"/>
            <a:ext cx="11561424" cy="4752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1. Multimodal Intelligence (Vision + Language + Metadata)</a:t>
            </a:r>
          </a:p>
          <a:p>
            <a:pPr lvl="1"/>
            <a:r>
              <a:rPr lang="en-US" dirty="0"/>
              <a:t>Enables </a:t>
            </a:r>
            <a:r>
              <a:rPr lang="en-US" b="1" dirty="0"/>
              <a:t>context-aware understanding</a:t>
            </a:r>
            <a:r>
              <a:rPr lang="en-US" dirty="0"/>
              <a:t>, not just object detection.</a:t>
            </a:r>
            <a:br>
              <a:rPr lang="en-US" dirty="0"/>
            </a:br>
            <a:r>
              <a:rPr lang="en-US" i="1" dirty="0"/>
              <a:t>(E.g., the system understands “a person running with a backpack near the exit”).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Natural Language Querying for Surveillance</a:t>
            </a:r>
          </a:p>
          <a:p>
            <a:pPr lvl="1"/>
            <a:r>
              <a:rPr lang="en-US" dirty="0"/>
              <a:t>Users ask questions like </a:t>
            </a:r>
            <a:r>
              <a:rPr lang="en-US" b="1" dirty="0"/>
              <a:t>“Find people wearing red near Gate 3 in the last 10 minutes”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3. Hybrid Search Engine</a:t>
            </a:r>
          </a:p>
          <a:p>
            <a:pPr lvl="1"/>
            <a:r>
              <a:rPr lang="en-US" b="1" dirty="0"/>
              <a:t>Structured Search (MongoDB)</a:t>
            </a:r>
            <a:r>
              <a:rPr lang="en-US" dirty="0"/>
              <a:t> → exact attributes, timestamps, zones.</a:t>
            </a:r>
          </a:p>
          <a:p>
            <a:pPr lvl="1"/>
            <a:r>
              <a:rPr lang="en-US" b="1" dirty="0"/>
              <a:t>Semantic Search (FAISS embeddings)</a:t>
            </a:r>
            <a:r>
              <a:rPr lang="en-US" dirty="0"/>
              <a:t> → scene meaning, actions, context.</a:t>
            </a:r>
          </a:p>
          <a:p>
            <a:pPr lvl="1"/>
            <a:r>
              <a:rPr lang="en-US" dirty="0"/>
              <a:t>A capability missing in traditional CCTV systems.</a:t>
            </a:r>
          </a:p>
          <a:p>
            <a:pPr marL="0" indent="0">
              <a:buNone/>
            </a:pPr>
            <a:r>
              <a:rPr lang="en-US" b="1" dirty="0"/>
              <a:t>4. Real-Time Proactive Alerting (Agentic AI)</a:t>
            </a:r>
          </a:p>
          <a:p>
            <a:pPr lvl="1"/>
            <a:r>
              <a:rPr lang="en-US" dirty="0"/>
              <a:t>Intelligent rules like </a:t>
            </a:r>
            <a:r>
              <a:rPr lang="en-US" i="1" dirty="0"/>
              <a:t>“</a:t>
            </a:r>
            <a:r>
              <a:rPr lang="en-US" b="1" dirty="0"/>
              <a:t>Alert when someone enters restricted zone with a bag</a:t>
            </a:r>
            <a:r>
              <a:rPr lang="en-US" i="1" dirty="0"/>
              <a:t>”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Behavior heuristics (fall detection, sudden crowd surge, fight patterns).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E9FDC8-42D0-E811-377F-5CC6055B3B77}"/>
              </a:ext>
            </a:extLst>
          </p:cNvPr>
          <p:cNvSpPr txBox="1">
            <a:spLocks/>
          </p:cNvSpPr>
          <p:nvPr/>
        </p:nvSpPr>
        <p:spPr>
          <a:xfrm>
            <a:off x="538162" y="3374435"/>
            <a:ext cx="11115675" cy="2560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634" indent="-266634" algn="l" defTabSz="914172" rtl="0" eaLnBrk="1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738" indent="-184104" algn="l" defTabSz="914172" rtl="0" eaLnBrk="1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3" algn="l" defTabSz="9141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0" indent="-228543" algn="l" defTabSz="9141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6" indent="-228543" algn="l" defTabSz="91417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2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7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3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9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>
                  <a:lumMod val="50000"/>
                </a:schemeClr>
              </a:buClr>
              <a:buFont typeface="Work Sans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55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8B77A-4387-46CA-015C-8F92946176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0850" y="1352527"/>
            <a:ext cx="4810125" cy="39080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It Solves the Challenge Better</a:t>
            </a:r>
          </a:p>
          <a:p>
            <a:pPr lvl="1"/>
            <a:r>
              <a:rPr lang="en-US" dirty="0"/>
              <a:t>Traditional CCTV: manual monitoring, timestamp-based search, no semantics.</a:t>
            </a:r>
          </a:p>
          <a:p>
            <a:pPr lvl="1"/>
            <a:r>
              <a:rPr lang="en-US" dirty="0"/>
              <a:t>Proposed system:</a:t>
            </a:r>
            <a:br>
              <a:rPr lang="en-US" dirty="0"/>
            </a:br>
            <a:r>
              <a:rPr lang="en-US" dirty="0"/>
              <a:t>- Understands </a:t>
            </a:r>
            <a:r>
              <a:rPr lang="en-US" i="1" dirty="0"/>
              <a:t>what</a:t>
            </a:r>
            <a:r>
              <a:rPr lang="en-US" dirty="0"/>
              <a:t> happened.</a:t>
            </a:r>
            <a:br>
              <a:rPr lang="en-US" dirty="0"/>
            </a:br>
            <a:r>
              <a:rPr lang="en-US" dirty="0"/>
              <a:t>- Finds </a:t>
            </a:r>
            <a:r>
              <a:rPr lang="en-US" i="1" dirty="0"/>
              <a:t>when</a:t>
            </a:r>
            <a:r>
              <a:rPr lang="en-US" dirty="0"/>
              <a:t> it happened.</a:t>
            </a:r>
            <a:br>
              <a:rPr lang="en-US" dirty="0"/>
            </a:br>
            <a:r>
              <a:rPr lang="en-US" dirty="0"/>
              <a:t>- Shows </a:t>
            </a:r>
            <a:r>
              <a:rPr lang="en-US" i="1" dirty="0"/>
              <a:t>exact clips</a:t>
            </a:r>
            <a:r>
              <a:rPr lang="en-US" dirty="0"/>
              <a:t> of the event.</a:t>
            </a:r>
            <a:br>
              <a:rPr lang="en-US" dirty="0"/>
            </a:br>
            <a:r>
              <a:rPr lang="en-US" dirty="0"/>
              <a:t>- Alerts </a:t>
            </a:r>
            <a:r>
              <a:rPr lang="en-US" i="1" dirty="0"/>
              <a:t>instantly.</a:t>
            </a:r>
            <a:br>
              <a:rPr lang="en-US" dirty="0"/>
            </a:br>
            <a:r>
              <a:rPr lang="en-US" dirty="0"/>
              <a:t>- Lets users interact like they’re talking to a human analyst.</a:t>
            </a:r>
          </a:p>
          <a:p>
            <a:pPr lvl="1"/>
            <a:r>
              <a:rPr lang="en-US" dirty="0"/>
              <a:t>Improves Response Time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94411C6-1A23-D7E9-9C0F-FCA0EA230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473" y="1352527"/>
            <a:ext cx="4836001" cy="326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526B1-A974-567C-D199-FB57FCFD6445}"/>
              </a:ext>
            </a:extLst>
          </p:cNvPr>
          <p:cNvSpPr txBox="1"/>
          <p:nvPr/>
        </p:nvSpPr>
        <p:spPr>
          <a:xfrm>
            <a:off x="5991141" y="4617385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Figure 1: Architectural Flow Diagram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CF814F-6BE5-A308-D35A-A503F7661625}"/>
              </a:ext>
            </a:extLst>
          </p:cNvPr>
          <p:cNvCxnSpPr>
            <a:cxnSpLocks/>
          </p:cNvCxnSpPr>
          <p:nvPr/>
        </p:nvCxnSpPr>
        <p:spPr>
          <a:xfrm>
            <a:off x="541395" y="6142383"/>
            <a:ext cx="1110921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CBD-56CE-2E1C-A141-98F164CE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8" y="528654"/>
            <a:ext cx="11117083" cy="523220"/>
          </a:xfrm>
        </p:spPr>
        <p:txBody>
          <a:bodyPr/>
          <a:lstStyle/>
          <a:p>
            <a:pPr algn="l"/>
            <a:r>
              <a:rPr lang="en-US" sz="2800" b="1" i="0" dirty="0">
                <a:effectLst/>
                <a:latin typeface="+mn-lt"/>
              </a:rPr>
              <a:t>KEY DIFFERENTIATORS: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2C3D-1366-9650-69A6-CC3D6210C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354" y="1358108"/>
            <a:ext cx="11115675" cy="4375608"/>
          </a:xfrm>
        </p:spPr>
        <p:txBody>
          <a:bodyPr>
            <a:normAutofit/>
          </a:bodyPr>
          <a:lstStyle/>
          <a:p>
            <a:r>
              <a:rPr lang="en-US" b="1" dirty="0"/>
              <a:t>Natural Language Search:</a:t>
            </a:r>
            <a:r>
              <a:rPr lang="en-US" dirty="0"/>
              <a:t> Retrieve events using simple questions instead of timestamps, enabling instant, human-like querying of surveillance footage.</a:t>
            </a:r>
          </a:p>
          <a:p>
            <a:r>
              <a:rPr lang="en-US" b="1" dirty="0"/>
              <a:t>Multimodal Intelligence:</a:t>
            </a:r>
            <a:r>
              <a:rPr lang="en-US" dirty="0"/>
              <a:t> Combines object detection, person attributes, captions, and embeddings for deeper context understanding.</a:t>
            </a:r>
          </a:p>
          <a:p>
            <a:r>
              <a:rPr lang="en-US" b="1" dirty="0"/>
              <a:t>Hybrid Search Engine:</a:t>
            </a:r>
            <a:r>
              <a:rPr lang="en-US" dirty="0"/>
              <a:t> Merges structured metadata search with semantic vector search for highly accurate, context-aware results.</a:t>
            </a:r>
          </a:p>
          <a:p>
            <a:r>
              <a:rPr lang="en-US" b="1" dirty="0"/>
              <a:t>Proactive Alerting:</a:t>
            </a:r>
            <a:r>
              <a:rPr lang="en-US" dirty="0"/>
              <a:t> Smart rule-based alerts with automatic clip generation for events like intrusions, anomalies, or crowd surges.</a:t>
            </a:r>
          </a:p>
          <a:p>
            <a:r>
              <a:rPr lang="en-US" b="1" dirty="0"/>
              <a:t>Multimodal Person Re-ID:</a:t>
            </a:r>
            <a:r>
              <a:rPr lang="en-US" dirty="0"/>
              <a:t> Tracks individuals across cameras using fused visual + textual features for stronger identity consistency.</a:t>
            </a:r>
          </a:p>
          <a:p>
            <a:r>
              <a:rPr lang="en-US" b="1" dirty="0"/>
              <a:t>End-to-End Modern Stack: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+ Next.js architecture ensures real-time performance, scalability, and smooth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94216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CBD-56CE-2E1C-A141-98F164CE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448208"/>
            <a:ext cx="11117083" cy="523220"/>
          </a:xfrm>
        </p:spPr>
        <p:txBody>
          <a:bodyPr/>
          <a:lstStyle/>
          <a:p>
            <a:pPr algn="l"/>
            <a:r>
              <a:rPr lang="en-US" sz="2800" b="1" i="0" dirty="0">
                <a:effectLst/>
                <a:latin typeface="+mn-lt"/>
              </a:rPr>
              <a:t>DIAGRAMS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C06E1-55F4-15F2-3D6A-02F22BBC5414}"/>
              </a:ext>
            </a:extLst>
          </p:cNvPr>
          <p:cNvSpPr txBox="1"/>
          <p:nvPr/>
        </p:nvSpPr>
        <p:spPr>
          <a:xfrm>
            <a:off x="215496" y="4940717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Figure 2: Dashboard</a:t>
            </a:r>
            <a:endParaRPr lang="en-US" b="1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029F9-CB3A-FFD2-D6E0-3B3B66103E4D}"/>
              </a:ext>
            </a:extLst>
          </p:cNvPr>
          <p:cNvSpPr txBox="1"/>
          <p:nvPr/>
        </p:nvSpPr>
        <p:spPr>
          <a:xfrm>
            <a:off x="6095999" y="4940717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1000"/>
              </a:spcAft>
              <a:buNone/>
            </a:pP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Figure 3: Conversation Page</a:t>
            </a:r>
            <a:endParaRPr lang="en-US" b="0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12AC0D-2EEF-BEDD-A3CE-F68BBD8B9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242" y="1549005"/>
            <a:ext cx="5446177" cy="2998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6E160A-7AF0-582F-95BF-B8B3ADD40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67" y="1549005"/>
            <a:ext cx="5483522" cy="29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2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CBD-56CE-2E1C-A141-98F164CE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6" y="401207"/>
            <a:ext cx="11117083" cy="523220"/>
          </a:xfrm>
        </p:spPr>
        <p:txBody>
          <a:bodyPr/>
          <a:lstStyle/>
          <a:p>
            <a:pPr algn="l"/>
            <a:r>
              <a:rPr lang="en-US" sz="2800" b="1" i="0" dirty="0">
                <a:effectLst/>
                <a:latin typeface="+mn-lt"/>
              </a:rPr>
              <a:t>FUTURE PLANS / POTENTIAL NEXT STEPS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70485-ECC1-2EDA-8292-7F71D792BDAD}"/>
              </a:ext>
            </a:extLst>
          </p:cNvPr>
          <p:cNvSpPr/>
          <p:nvPr/>
        </p:nvSpPr>
        <p:spPr>
          <a:xfrm>
            <a:off x="455926" y="1559500"/>
            <a:ext cx="3483979" cy="373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E903B-65FC-B883-FDDE-06AC02FBA864}"/>
              </a:ext>
            </a:extLst>
          </p:cNvPr>
          <p:cNvSpPr txBox="1"/>
          <p:nvPr/>
        </p:nvSpPr>
        <p:spPr>
          <a:xfrm>
            <a:off x="468736" y="1829424"/>
            <a:ext cx="3483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Multi-Camera Re-Identification at Scale</a:t>
            </a:r>
            <a:endParaRPr lang="en-IN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46361-DFAD-E291-D654-63376502AAE2}"/>
              </a:ext>
            </a:extLst>
          </p:cNvPr>
          <p:cNvSpPr txBox="1"/>
          <p:nvPr/>
        </p:nvSpPr>
        <p:spPr>
          <a:xfrm>
            <a:off x="578658" y="2862807"/>
            <a:ext cx="32641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 cross-camera identity tracking with a unified global ID system (Target: 95% re-ID accuracy in next 6 months).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14561-50E8-0DD2-0232-36789AC97880}"/>
              </a:ext>
            </a:extLst>
          </p:cNvPr>
          <p:cNvSpPr/>
          <p:nvPr/>
        </p:nvSpPr>
        <p:spPr>
          <a:xfrm>
            <a:off x="4354010" y="1559499"/>
            <a:ext cx="3483979" cy="3739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B35649-958D-D9FE-3BAD-396315DC9A8E}"/>
              </a:ext>
            </a:extLst>
          </p:cNvPr>
          <p:cNvSpPr/>
          <p:nvPr/>
        </p:nvSpPr>
        <p:spPr>
          <a:xfrm>
            <a:off x="8252095" y="1559499"/>
            <a:ext cx="3483979" cy="3739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964D5-D7FE-4A40-735A-5BFF25077944}"/>
              </a:ext>
            </a:extLst>
          </p:cNvPr>
          <p:cNvSpPr txBox="1"/>
          <p:nvPr/>
        </p:nvSpPr>
        <p:spPr>
          <a:xfrm>
            <a:off x="4354008" y="1947589"/>
            <a:ext cx="348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Real-Time Crowd Analytics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61C3E-0A0D-C46F-BCAC-0AF32C0B93DF}"/>
              </a:ext>
            </a:extLst>
          </p:cNvPr>
          <p:cNvSpPr txBox="1"/>
          <p:nvPr/>
        </p:nvSpPr>
        <p:spPr>
          <a:xfrm>
            <a:off x="4463930" y="2862807"/>
            <a:ext cx="3264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Introduce crowd flow prediction, density heatmaps, and congestion forecasting.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BA0A42-0A89-1A9F-393D-29DE1D698AC0}"/>
              </a:ext>
            </a:extLst>
          </p:cNvPr>
          <p:cNvSpPr txBox="1"/>
          <p:nvPr/>
        </p:nvSpPr>
        <p:spPr>
          <a:xfrm>
            <a:off x="8252093" y="1809090"/>
            <a:ext cx="3483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Edge Deployment Optimization</a:t>
            </a:r>
            <a:endParaRPr lang="en-IN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74446-6FFB-ECE6-7E44-5B5D92F2799B}"/>
              </a:ext>
            </a:extLst>
          </p:cNvPr>
          <p:cNvSpPr txBox="1"/>
          <p:nvPr/>
        </p:nvSpPr>
        <p:spPr>
          <a:xfrm>
            <a:off x="8362015" y="2862807"/>
            <a:ext cx="32641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entire pipeline to fully edge-optimized models using ONNX/</a:t>
            </a:r>
            <a:r>
              <a:rPr lang="en-US" dirty="0" err="1"/>
              <a:t>OpenVINO</a:t>
            </a:r>
            <a:endParaRPr lang="en-US" dirty="0"/>
          </a:p>
          <a:p>
            <a:r>
              <a:rPr lang="en-US" dirty="0"/>
              <a:t>(Target: reduce latency by 40% within 3 months).</a:t>
            </a:r>
          </a:p>
        </p:txBody>
      </p:sp>
    </p:spTree>
    <p:extLst>
      <p:ext uri="{BB962C8B-B14F-4D97-AF65-F5344CB8AC3E}">
        <p14:creationId xmlns:p14="http://schemas.microsoft.com/office/powerpoint/2010/main" val="298664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CBD-56CE-2E1C-A141-98F164CE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451019"/>
            <a:ext cx="11117083" cy="523220"/>
          </a:xfrm>
        </p:spPr>
        <p:txBody>
          <a:bodyPr/>
          <a:lstStyle/>
          <a:p>
            <a:pPr algn="l"/>
            <a:r>
              <a:rPr lang="en-US" sz="2800" b="1" i="0" dirty="0">
                <a:effectLst/>
                <a:latin typeface="+mn-lt"/>
              </a:rPr>
              <a:t>TECHNICAL DETAILS AND REPORTS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1E4CBB-A8EA-7A62-EBCC-8FDD2DA9BBF3}"/>
              </a:ext>
            </a:extLst>
          </p:cNvPr>
          <p:cNvSpPr txBox="1"/>
          <p:nvPr/>
        </p:nvSpPr>
        <p:spPr>
          <a:xfrm>
            <a:off x="475484" y="1082447"/>
            <a:ext cx="56205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Next.js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WebSockets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Computer Vision: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- YOLOv11-seg for detection, </a:t>
            </a:r>
          </a:p>
          <a:p>
            <a:pPr lvl="1" algn="just"/>
            <a:r>
              <a:rPr lang="en-US" dirty="0"/>
              <a:t>- </a:t>
            </a:r>
            <a:r>
              <a:rPr lang="en-US" dirty="0" err="1"/>
              <a:t>BoT</a:t>
            </a:r>
            <a:r>
              <a:rPr lang="en-US" dirty="0"/>
              <a:t>-SORT + </a:t>
            </a:r>
            <a:r>
              <a:rPr lang="en-US" dirty="0" err="1"/>
              <a:t>OSNet</a:t>
            </a:r>
            <a:r>
              <a:rPr lang="en-US" dirty="0"/>
              <a:t> for tracking, </a:t>
            </a:r>
          </a:p>
          <a:p>
            <a:pPr lvl="1" algn="just"/>
            <a:r>
              <a:rPr lang="en-US" dirty="0"/>
              <a:t>- </a:t>
            </a:r>
            <a:r>
              <a:rPr lang="en-US" dirty="0" err="1"/>
              <a:t>OpenVINO</a:t>
            </a:r>
            <a:r>
              <a:rPr lang="en-US" dirty="0"/>
              <a:t> for person attributes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Vision-Language Models: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- BLIP-2 for captions</a:t>
            </a:r>
          </a:p>
          <a:p>
            <a:pPr lvl="1" algn="just"/>
            <a:r>
              <a:rPr lang="en-US" dirty="0"/>
              <a:t>- </a:t>
            </a:r>
            <a:r>
              <a:rPr lang="en-US" dirty="0" err="1"/>
              <a:t>MiniLM</a:t>
            </a:r>
            <a:r>
              <a:rPr lang="en-US" dirty="0"/>
              <a:t> for text embeddings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Semantic Search:</a:t>
            </a:r>
            <a:r>
              <a:rPr lang="en-US" dirty="0"/>
              <a:t> FAISS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Database:</a:t>
            </a:r>
            <a:r>
              <a:rPr lang="en-US" dirty="0"/>
              <a:t> MongoDB - structured metadata + file storage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Video Processing:</a:t>
            </a:r>
            <a:r>
              <a:rPr lang="en-US" dirty="0"/>
              <a:t> OpenCV, </a:t>
            </a:r>
            <a:r>
              <a:rPr lang="en-US" dirty="0" err="1"/>
              <a:t>FFmpeg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Deployment &amp; Environment:</a:t>
            </a:r>
            <a:r>
              <a:rPr lang="en-US" dirty="0"/>
              <a:t> Docker, NVIDIA GPU acceleration, CUDA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Integration Services:</a:t>
            </a:r>
            <a:r>
              <a:rPr lang="en-US" dirty="0"/>
              <a:t> LLM-based natural language parser (OpenAI/Ollama)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4B59BB1-F67E-E479-66E3-F24DCE655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52837"/>
            <a:ext cx="5592559" cy="329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243DAC-4ACA-DFA3-E0BF-5BD57E13C0CB}"/>
              </a:ext>
            </a:extLst>
          </p:cNvPr>
          <p:cNvSpPr txBox="1"/>
          <p:nvPr/>
        </p:nvSpPr>
        <p:spPr>
          <a:xfrm>
            <a:off x="5873751" y="4860461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1000"/>
              </a:spcAft>
              <a:buNone/>
            </a:pP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Figure </a:t>
            </a:r>
            <a:r>
              <a:rPr lang="en-US" i="1" dirty="0">
                <a:solidFill>
                  <a:srgbClr val="1F497D"/>
                </a:solidFill>
                <a:latin typeface="Arial" panose="020B0604020202020204" pitchFamily="34" charset="0"/>
              </a:rPr>
              <a:t>4</a:t>
            </a: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i="1" dirty="0">
                <a:solidFill>
                  <a:srgbClr val="1F497D"/>
                </a:solidFill>
                <a:latin typeface="Arial" panose="020B0604020202020204" pitchFamily="34" charset="0"/>
              </a:rPr>
              <a:t> Technical Architecture Diagram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775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EACFA62-7D05-17AC-92B1-A119E99D7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0" y="149208"/>
            <a:ext cx="7096865" cy="58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357267-478D-20C7-ED05-EAA81630169D}"/>
              </a:ext>
            </a:extLst>
          </p:cNvPr>
          <p:cNvSpPr txBox="1"/>
          <p:nvPr/>
        </p:nvSpPr>
        <p:spPr>
          <a:xfrm>
            <a:off x="6370437" y="3244334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800" b="0" i="1" u="none" strike="noStrike" dirty="0">
                <a:solidFill>
                  <a:srgbClr val="1F497D"/>
                </a:solidFill>
                <a:effectLst/>
                <a:latin typeface="Arial" panose="020B0604020202020204" pitchFamily="34" charset="0"/>
              </a:rPr>
              <a:t>Figure 5: Data flow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D6D01C-D38C-04C1-D937-530928042CBA}"/>
              </a:ext>
            </a:extLst>
          </p:cNvPr>
          <p:cNvCxnSpPr>
            <a:cxnSpLocks/>
          </p:cNvCxnSpPr>
          <p:nvPr/>
        </p:nvCxnSpPr>
        <p:spPr>
          <a:xfrm>
            <a:off x="541395" y="6142383"/>
            <a:ext cx="1110921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45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62444"/>
      </p:ext>
    </p:extLst>
  </p:cSld>
  <p:clrMapOvr>
    <a:masterClrMapping/>
  </p:clrMapOvr>
</p:sld>
</file>

<file path=ppt/theme/theme1.xml><?xml version="1.0" encoding="utf-8"?>
<a:theme xmlns:a="http://schemas.openxmlformats.org/drawingml/2006/main" name="KPIT">
  <a:themeElements>
    <a:clrScheme name="KPIT Colours">
      <a:dk1>
        <a:srgbClr val="231F20"/>
      </a:dk1>
      <a:lt1>
        <a:sysClr val="window" lastClr="FFFFFF"/>
      </a:lt1>
      <a:dk2>
        <a:srgbClr val="231F20"/>
      </a:dk2>
      <a:lt2>
        <a:srgbClr val="F1F2F2"/>
      </a:lt2>
      <a:accent1>
        <a:srgbClr val="78D200"/>
      </a:accent1>
      <a:accent2>
        <a:srgbClr val="464646"/>
      </a:accent2>
      <a:accent3>
        <a:srgbClr val="428003"/>
      </a:accent3>
      <a:accent4>
        <a:srgbClr val="753DFF"/>
      </a:accent4>
      <a:accent5>
        <a:srgbClr val="B0FF45"/>
      </a:accent5>
      <a:accent6>
        <a:srgbClr val="428003"/>
      </a:accent6>
      <a:hlink>
        <a:srgbClr val="0563C1"/>
      </a:hlink>
      <a:folHlink>
        <a:srgbClr val="954F72"/>
      </a:folHlink>
    </a:clrScheme>
    <a:fontScheme name="Work sans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5756</TotalTime>
  <Words>588</Words>
  <Application>Microsoft Office PowerPoint</Application>
  <PresentationFormat>Widescreen</PresentationFormat>
  <Paragraphs>63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Work Sans</vt:lpstr>
      <vt:lpstr>Work Sans Light</vt:lpstr>
      <vt:lpstr>KPIT</vt:lpstr>
      <vt:lpstr>PowerPoint Presentation</vt:lpstr>
      <vt:lpstr>WHAT IS THE INNOVATION IN YOUR IDEA?</vt:lpstr>
      <vt:lpstr>PowerPoint Presentation</vt:lpstr>
      <vt:lpstr>KEY DIFFERENTIATORS:</vt:lpstr>
      <vt:lpstr>DIAGRAMS</vt:lpstr>
      <vt:lpstr>FUTURE PLANS / POTENTIAL NEXT STEPS </vt:lpstr>
      <vt:lpstr>TECHNICAL DETAILS AND REPORTS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2 Evaluation Format</dc:title>
  <dc:creator>Sahil Joseph</dc:creator>
  <cp:lastModifiedBy>Diya Shetty</cp:lastModifiedBy>
  <cp:revision>14</cp:revision>
  <dcterms:created xsi:type="dcterms:W3CDTF">2023-11-07T12:00:50Z</dcterms:created>
  <dcterms:modified xsi:type="dcterms:W3CDTF">2026-03-02T07:30:27Z</dcterms:modified>
</cp:coreProperties>
</file>